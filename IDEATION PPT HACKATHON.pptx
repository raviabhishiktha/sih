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7" d="100"/>
          <a:sy n="87" d="100"/>
        </p:scale>
        <p:origin x="38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1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–SIH26131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Title-Early detection &amp; management of crop diseases &amp; pest infestations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Theme-Agriculture,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foodtech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and rural development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ID-sih26131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portal)-code &amp; chaos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73503" r="179"/>
          <a:stretch>
            <a:fillRect/>
          </a:stretch>
        </p:blipFill>
        <p:spPr>
          <a:xfrm>
            <a:off x="9977120" y="0"/>
            <a:ext cx="209550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3" y="1311827"/>
            <a:ext cx="11367232" cy="33547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IDENTIFICATION</a:t>
            </a:r>
            <a:endParaRPr lang="en-US" sz="32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Farmers often lack </a:t>
            </a:r>
            <a:r>
              <a:rPr lang="en-IN" sz="2000" b="1" dirty="0"/>
              <a:t>timely and reliable agricultural information</a:t>
            </a:r>
            <a:r>
              <a:rPr lang="en-IN" sz="2000" dirty="0"/>
              <a:t>.</a:t>
            </a:r>
            <a:br>
              <a:rPr lang="en-IN" sz="2000" dirty="0"/>
            </a:br>
            <a:r>
              <a:rPr lang="en-IN" sz="2000" dirty="0"/>
              <a:t>- Crop diseases are difficult to identify at an early stage.</a:t>
            </a:r>
            <a:br>
              <a:rPr lang="en-IN" sz="2000" dirty="0"/>
            </a:br>
            <a:r>
              <a:rPr lang="en-IN" sz="2000" dirty="0"/>
              <a:t>- Changing </a:t>
            </a:r>
            <a:r>
              <a:rPr lang="en-IN" sz="2000" b="1" dirty="0"/>
              <a:t>weather conditions</a:t>
            </a:r>
            <a:r>
              <a:rPr lang="en-IN" sz="2000" dirty="0"/>
              <a:t> can cause major crop losses.</a:t>
            </a:r>
            <a:br>
              <a:rPr lang="en-IN" sz="2000" dirty="0"/>
            </a:br>
            <a:r>
              <a:rPr lang="en-IN" sz="2000" dirty="0"/>
              <a:t>- Farmers may not know the </a:t>
            </a:r>
            <a:r>
              <a:rPr lang="en-IN" sz="2000" b="1" dirty="0"/>
              <a:t>risks associated with their soil and crop type</a:t>
            </a:r>
            <a:r>
              <a:rPr lang="en-IN" sz="2000" dirty="0"/>
              <a:t>.</a:t>
            </a:r>
            <a:br>
              <a:rPr lang="en-IN" sz="2000" dirty="0"/>
            </a:br>
            <a:r>
              <a:rPr lang="en-IN" sz="2000" dirty="0"/>
              <a:t>- Language barriers make existing digital agricultural services difficult to use.</a:t>
            </a:r>
            <a:br>
              <a:rPr lang="en-IN" sz="2000" dirty="0"/>
            </a:br>
            <a:r>
              <a:rPr lang="en-IN" sz="2000" dirty="0"/>
              <a:t>- Lack of proper information can lead to </a:t>
            </a:r>
            <a:r>
              <a:rPr lang="en-IN" sz="2000" b="1" dirty="0"/>
              <a:t>reduced productivity and income</a:t>
            </a:r>
            <a:r>
              <a:rPr lang="en-IN" sz="2000" dirty="0"/>
              <a:t>.</a:t>
            </a:r>
            <a:br>
              <a:rPr lang="en-IN" sz="2000" dirty="0"/>
            </a:br>
            <a:r>
              <a:rPr lang="en-IN" sz="2000" b="1" dirty="0"/>
              <a:t>Visual:</a:t>
            </a:r>
            <a:r>
              <a:rPr lang="en-IN" sz="2000" dirty="0"/>
              <a:t> Farmer + crop field + icons for disease, weather, soil and money.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and Chaos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73503" r="179"/>
          <a:stretch>
            <a:fillRect/>
          </a:stretch>
        </p:blipFill>
        <p:spPr>
          <a:xfrm>
            <a:off x="9977120" y="0"/>
            <a:ext cx="209550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643737"/>
            <a:ext cx="10972800" cy="147767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Introducing </a:t>
            </a:r>
            <a:r>
              <a:rPr lang="en-US" sz="3600" b="1" dirty="0" err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AgriConnect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41242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IN" b="1" dirty="0"/>
              <a:t>One-line idea: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“An AI-powered, multilingual smart agriculture platform that helps farmers make better decisions and reduce crop losses.”</a:t>
            </a:r>
            <a:endParaRPr lang="en-IN" dirty="0"/>
          </a:p>
          <a:p>
            <a:br>
              <a:rPr lang="en-IN" dirty="0"/>
            </a:br>
            <a:r>
              <a:rPr lang="en-IN" dirty="0"/>
              <a:t>Main features:</a:t>
            </a:r>
            <a:br>
              <a:rPr lang="en-IN" dirty="0"/>
            </a:br>
            <a:r>
              <a:rPr lang="en-IN" dirty="0"/>
              <a:t>- 🌱 </a:t>
            </a:r>
            <a:r>
              <a:rPr lang="en-IN" b="1" dirty="0"/>
              <a:t>Crop Disease Detection</a:t>
            </a:r>
            <a:br>
              <a:rPr lang="en-IN" dirty="0"/>
            </a:br>
            <a:r>
              <a:rPr lang="en-IN" dirty="0"/>
              <a:t>- 🌦️ </a:t>
            </a:r>
            <a:r>
              <a:rPr lang="en-IN" b="1" dirty="0"/>
              <a:t>Weather &amp; Risk Analysis</a:t>
            </a:r>
            <a:br>
              <a:rPr lang="en-IN" dirty="0"/>
            </a:br>
            <a:r>
              <a:rPr lang="en-IN" dirty="0"/>
              <a:t>- 🌾 </a:t>
            </a:r>
            <a:r>
              <a:rPr lang="en-IN" b="1" dirty="0"/>
              <a:t>Crop &amp; Land Analysis</a:t>
            </a:r>
            <a:br>
              <a:rPr lang="en-IN" dirty="0"/>
            </a:br>
            <a:r>
              <a:rPr lang="en-IN" dirty="0"/>
              <a:t>- 🗣️ </a:t>
            </a:r>
            <a:r>
              <a:rPr lang="en-IN" b="1" dirty="0"/>
              <a:t>Telugu, Hindi &amp; English Support</a:t>
            </a:r>
            <a:br>
              <a:rPr lang="en-IN" dirty="0"/>
            </a:br>
            <a:r>
              <a:rPr lang="en-IN" dirty="0"/>
              <a:t>- 🤖 </a:t>
            </a:r>
            <a:r>
              <a:rPr lang="en-IN" b="1" dirty="0"/>
              <a:t>Interactive AI Symptom Diagnosis</a:t>
            </a:r>
            <a:br>
              <a:rPr lang="en-IN" dirty="0"/>
            </a:br>
            <a:r>
              <a:rPr lang="en-IN" dirty="0"/>
              <a:t>- 💊 </a:t>
            </a:r>
            <a:r>
              <a:rPr lang="en-IN" b="1" dirty="0"/>
              <a:t>Disease Cause, Prevention &amp; Cure</a:t>
            </a:r>
            <a:br>
              <a:rPr lang="en-IN" dirty="0"/>
            </a:br>
            <a:r>
              <a:rPr lang="en-IN" b="1" dirty="0"/>
              <a:t>Visual:</a:t>
            </a:r>
            <a:r>
              <a:rPr lang="en-IN" dirty="0"/>
              <a:t> Put </a:t>
            </a:r>
            <a:r>
              <a:rPr lang="en-IN" b="1" dirty="0" err="1"/>
              <a:t>AgriConnect</a:t>
            </a:r>
            <a:r>
              <a:rPr lang="en-IN" dirty="0"/>
              <a:t> in the </a:t>
            </a:r>
            <a:r>
              <a:rPr lang="en-IN" dirty="0" err="1"/>
              <a:t>center</a:t>
            </a:r>
            <a:r>
              <a:rPr lang="en-IN" dirty="0"/>
              <a:t> and connect it to the six features.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and Chaos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73503" r="179"/>
          <a:stretch>
            <a:fillRect/>
          </a:stretch>
        </p:blipFill>
        <p:spPr>
          <a:xfrm>
            <a:off x="9977120" y="0"/>
            <a:ext cx="209550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90118" y="1250899"/>
            <a:ext cx="11199572" cy="42780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IN" sz="2800" b="1" dirty="0"/>
              <a:t>How Our Solution Works</a:t>
            </a:r>
            <a:br>
              <a:rPr lang="en-IN" sz="2800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“From Farmer Input to Smart Recommendation”</a:t>
            </a:r>
            <a:br>
              <a:rPr lang="en-IN" dirty="0"/>
            </a:br>
            <a:r>
              <a:rPr lang="en-IN" dirty="0"/>
              <a:t>Show this as a </a:t>
            </a:r>
            <a:r>
              <a:rPr lang="en-IN" b="1" dirty="0"/>
              <a:t>flow diagram</a:t>
            </a:r>
            <a:r>
              <a:rPr lang="en-IN" dirty="0"/>
              <a:t>:</a:t>
            </a:r>
            <a:br>
              <a:rPr lang="en-IN" dirty="0"/>
            </a:br>
            <a:r>
              <a:rPr lang="en-IN" b="1" dirty="0"/>
              <a:t>Language Selection</a:t>
            </a:r>
            <a:br>
              <a:rPr lang="en-IN" dirty="0"/>
            </a:br>
            <a:r>
              <a:rPr lang="en-IN" b="1" dirty="0"/>
              <a:t>Enter Location + Crop + Land Type</a:t>
            </a:r>
            <a:br>
              <a:rPr lang="en-IN" dirty="0"/>
            </a:br>
            <a:r>
              <a:rPr lang="en-IN" b="1" dirty="0"/>
              <a:t>AI </a:t>
            </a:r>
            <a:r>
              <a:rPr lang="en-IN" b="1" dirty="0" err="1"/>
              <a:t>analyzes</a:t>
            </a:r>
            <a:r>
              <a:rPr lang="en-IN" b="1" dirty="0"/>
              <a:t> agricultural risks</a:t>
            </a:r>
            <a:br>
              <a:rPr lang="en-IN" dirty="0"/>
            </a:br>
            <a:r>
              <a:rPr lang="en-IN" b="1" dirty="0"/>
              <a:t>Weather + Location + Crop + Land Risk Report</a:t>
            </a:r>
            <a:br>
              <a:rPr lang="en-IN" dirty="0"/>
            </a:br>
            <a:r>
              <a:rPr lang="en-IN" b="1" dirty="0"/>
              <a:t>Interactive Disease Questions</a:t>
            </a:r>
            <a:br>
              <a:rPr lang="en-IN" dirty="0"/>
            </a:br>
            <a:r>
              <a:rPr lang="en-IN" b="1" dirty="0"/>
              <a:t>AI Disease Detection</a:t>
            </a:r>
            <a:br>
              <a:rPr lang="en-IN" dirty="0"/>
            </a:br>
            <a:r>
              <a:rPr lang="en-IN" b="1" dirty="0"/>
              <a:t>Cause → Prevention → Cure</a:t>
            </a:r>
            <a:br>
              <a:rPr lang="en-IN" dirty="0"/>
            </a:br>
            <a:r>
              <a:rPr lang="en-IN" dirty="0"/>
              <a:t>At the bottom:</a:t>
            </a:r>
            <a:br>
              <a:rPr lang="en-IN" dirty="0"/>
            </a:br>
            <a:r>
              <a:rPr lang="en-IN" b="1" dirty="0"/>
              <a:t>Simple Inputs → Intelligent Analysis → Actionable Advice</a:t>
            </a:r>
            <a:endParaRPr lang="en-IN" dirty="0"/>
          </a:p>
          <a:p>
            <a:r>
              <a:rPr lang="en-IN" dirty="0"/>
              <a:t>This slide is very important because it demonstrates your </a:t>
            </a:r>
            <a:r>
              <a:rPr lang="en-IN" b="1" dirty="0"/>
              <a:t>actual proposed workflow</a:t>
            </a:r>
            <a:r>
              <a:rPr lang="en-IN" dirty="0"/>
              <a:t>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and Chaos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73503" r="179"/>
          <a:stretch>
            <a:fillRect/>
          </a:stretch>
        </p:blipFill>
        <p:spPr>
          <a:xfrm>
            <a:off x="9977120" y="0"/>
            <a:ext cx="209550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82650" y="1580083"/>
            <a:ext cx="8912250" cy="41242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IN" b="1" dirty="0"/>
              <a:t>Innovation &amp; Uniqueness</a:t>
            </a:r>
            <a:r>
              <a:rPr lang="en-IN" dirty="0"/>
              <a:t> 🚀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“What Makes </a:t>
            </a:r>
            <a:r>
              <a:rPr lang="en-IN" i="1" dirty="0" err="1"/>
              <a:t>AgriConnect</a:t>
            </a:r>
            <a:r>
              <a:rPr lang="en-IN" i="1" dirty="0"/>
              <a:t> Different?”</a:t>
            </a:r>
            <a:br>
              <a:rPr lang="en-IN" dirty="0"/>
            </a:br>
            <a:r>
              <a:rPr lang="en-IN" b="1" dirty="0"/>
              <a:t>Existing Approach</a:t>
            </a:r>
            <a:r>
              <a:rPr lang="en-IN" dirty="0"/>
              <a:t> </a:t>
            </a:r>
            <a:r>
              <a:rPr lang="en-IN" b="1" dirty="0" err="1"/>
              <a:t>AgriConnect</a:t>
            </a:r>
            <a:br>
              <a:rPr lang="en-IN" dirty="0"/>
            </a:br>
            <a:r>
              <a:rPr lang="en-IN" dirty="0"/>
              <a:t>Separate agricultural services </a:t>
            </a:r>
            <a:r>
              <a:rPr lang="en-IN" b="1" dirty="0"/>
              <a:t>One integrated platform</a:t>
            </a:r>
            <a:br>
              <a:rPr lang="en-IN" dirty="0"/>
            </a:br>
            <a:r>
              <a:rPr lang="en-IN" dirty="0"/>
              <a:t>Complex information </a:t>
            </a:r>
            <a:r>
              <a:rPr lang="en-IN" b="1" dirty="0"/>
              <a:t>Simple recommendations</a:t>
            </a:r>
            <a:br>
              <a:rPr lang="en-IN" dirty="0"/>
            </a:br>
            <a:r>
              <a:rPr lang="en-IN" dirty="0"/>
              <a:t>Limited language accessibility </a:t>
            </a:r>
            <a:r>
              <a:rPr lang="en-IN" b="1" dirty="0"/>
              <a:t>Multilingual support</a:t>
            </a:r>
            <a:br>
              <a:rPr lang="en-IN" dirty="0"/>
            </a:br>
            <a:r>
              <a:rPr lang="en-IN" dirty="0"/>
              <a:t>Disease identification can be difficult </a:t>
            </a:r>
            <a:r>
              <a:rPr lang="en-IN" b="1" dirty="0" err="1"/>
              <a:t>Akinator</a:t>
            </a:r>
            <a:r>
              <a:rPr lang="en-IN" b="1" dirty="0"/>
              <a:t>-style symptom diagnosis</a:t>
            </a:r>
            <a:br>
              <a:rPr lang="en-IN" dirty="0"/>
            </a:br>
            <a:r>
              <a:rPr lang="en-IN" dirty="0"/>
              <a:t>General farming advice </a:t>
            </a:r>
            <a:r>
              <a:rPr lang="en-IN" b="1" dirty="0"/>
              <a:t>Location + crop + land-based analysis</a:t>
            </a:r>
            <a:br>
              <a:rPr lang="en-IN" dirty="0"/>
            </a:br>
            <a:r>
              <a:rPr lang="en-IN" dirty="0"/>
              <a:t>Information without clear action </a:t>
            </a:r>
            <a:r>
              <a:rPr lang="en-IN" b="1" dirty="0"/>
              <a:t>Cause + Prevention + Cure</a:t>
            </a:r>
            <a:br>
              <a:rPr lang="en-IN" dirty="0"/>
            </a:br>
            <a:r>
              <a:rPr lang="en-IN" b="1" dirty="0"/>
              <a:t>Key Innovation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“</a:t>
            </a:r>
            <a:r>
              <a:rPr lang="en-IN" b="1" dirty="0" err="1"/>
              <a:t>AgriConnect</a:t>
            </a:r>
            <a:r>
              <a:rPr lang="en-IN" b="1" dirty="0"/>
              <a:t> doesn't just identify a problem — it guides the farmer toward the next action.”</a:t>
            </a:r>
            <a:endParaRPr lang="en-IN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</a:t>
            </a: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and Chaos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73503" r="179"/>
          <a:stretch>
            <a:fillRect/>
          </a:stretch>
        </p:blipFill>
        <p:spPr>
          <a:xfrm>
            <a:off x="9977120" y="0"/>
            <a:ext cx="209550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FUTURE SCOPE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80237" y="1142999"/>
            <a:ext cx="9092794" cy="57861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IN" b="1" dirty="0"/>
              <a:t>Expected Impact &amp; Future Scope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“Impact on Farmers”</a:t>
            </a:r>
            <a:br>
              <a:rPr lang="en-IN" dirty="0"/>
            </a:br>
            <a:r>
              <a:rPr lang="en-IN" b="1" dirty="0"/>
              <a:t>Expected Impact</a:t>
            </a:r>
            <a:br>
              <a:rPr lang="en-IN" dirty="0"/>
            </a:br>
            <a:r>
              <a:rPr lang="en-IN" dirty="0"/>
              <a:t>- 📉 </a:t>
            </a:r>
            <a:r>
              <a:rPr lang="en-IN" b="1" dirty="0"/>
              <a:t>Reduce crop losses</a:t>
            </a:r>
            <a:br>
              <a:rPr lang="en-IN" dirty="0"/>
            </a:br>
            <a:r>
              <a:rPr lang="en-IN" dirty="0"/>
              <a:t>- 🦠 Enable </a:t>
            </a:r>
            <a:r>
              <a:rPr lang="en-IN" b="1" dirty="0"/>
              <a:t>early disease identification</a:t>
            </a:r>
            <a:br>
              <a:rPr lang="en-IN" dirty="0"/>
            </a:br>
            <a:r>
              <a:rPr lang="en-IN" dirty="0"/>
              <a:t>- 🌦️ Improve preparation for adverse weather</a:t>
            </a:r>
            <a:br>
              <a:rPr lang="en-IN" dirty="0"/>
            </a:br>
            <a:r>
              <a:rPr lang="en-IN" dirty="0"/>
              <a:t>- 🌱 Support better crop and land management</a:t>
            </a:r>
            <a:br>
              <a:rPr lang="en-IN" dirty="0"/>
            </a:br>
            <a:r>
              <a:rPr lang="en-IN" dirty="0"/>
              <a:t>- 🗣️ Make technology accessible through </a:t>
            </a:r>
            <a:r>
              <a:rPr lang="en-IN" b="1" dirty="0"/>
              <a:t>regional languages</a:t>
            </a:r>
            <a:br>
              <a:rPr lang="en-IN" dirty="0"/>
            </a:br>
            <a:r>
              <a:rPr lang="en-IN" dirty="0"/>
              <a:t>- 💰 Help farmers improve </a:t>
            </a:r>
            <a:r>
              <a:rPr lang="en-IN" b="1" dirty="0"/>
              <a:t>productivity and income</a:t>
            </a:r>
            <a:br>
              <a:rPr lang="en-IN" dirty="0"/>
            </a:br>
            <a:r>
              <a:rPr lang="en-IN" dirty="0"/>
              <a:t>- 🧑‍🌾 Encourage </a:t>
            </a:r>
            <a:r>
              <a:rPr lang="en-IN" b="1" dirty="0"/>
              <a:t>data-driven farming decisions</a:t>
            </a:r>
            <a:br>
              <a:rPr lang="en-IN" dirty="0"/>
            </a:br>
            <a:r>
              <a:rPr lang="en-IN" b="1" dirty="0"/>
              <a:t>Future Scope</a:t>
            </a:r>
            <a:br>
              <a:rPr lang="en-IN" dirty="0"/>
            </a:br>
            <a:r>
              <a:rPr lang="en-IN" dirty="0"/>
              <a:t>- 📷 AI-based </a:t>
            </a:r>
            <a:r>
              <a:rPr lang="en-IN" b="1" dirty="0"/>
              <a:t>disease detection from crop images</a:t>
            </a:r>
            <a:br>
              <a:rPr lang="en-IN" dirty="0"/>
            </a:br>
            <a:r>
              <a:rPr lang="en-IN" dirty="0"/>
              <a:t>- 🌦️ Real-time weather alerts</a:t>
            </a:r>
            <a:br>
              <a:rPr lang="en-IN" dirty="0"/>
            </a:br>
            <a:r>
              <a:rPr lang="en-IN" dirty="0"/>
              <a:t>- 📊 Market price prediction</a:t>
            </a:r>
            <a:br>
              <a:rPr lang="en-IN" dirty="0"/>
            </a:br>
            <a:r>
              <a:rPr lang="en-IN" dirty="0"/>
              <a:t>- 🤝 Direct farmer–buyer connectivity</a:t>
            </a:r>
            <a:br>
              <a:rPr lang="en-IN" dirty="0"/>
            </a:br>
            <a:r>
              <a:rPr lang="en-IN" dirty="0"/>
              <a:t>- 🎙️ Voice-based agricultural assistant</a:t>
            </a:r>
            <a:br>
              <a:rPr lang="en-IN" dirty="0"/>
            </a:br>
            <a:r>
              <a:rPr lang="en-IN" dirty="0"/>
              <a:t>- 📱 Mobile application</a:t>
            </a:r>
            <a:br>
              <a:rPr lang="en-IN" dirty="0"/>
            </a:br>
            <a:r>
              <a:rPr lang="en-IN" dirty="0"/>
              <a:t>- 🛰️ Satellite/IoT-based crop monitoring</a:t>
            </a:r>
            <a:br>
              <a:rPr lang="en-IN" dirty="0"/>
            </a:br>
            <a:endParaRPr lang="en-IN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and Chaos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73503" r="179"/>
          <a:stretch>
            <a:fillRect/>
          </a:stretch>
        </p:blipFill>
        <p:spPr>
          <a:xfrm>
            <a:off x="9977120" y="0"/>
            <a:ext cx="2095500" cy="1047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569</Words>
  <Application>Microsoft Office PowerPoint</Application>
  <PresentationFormat>Widescreen</PresentationFormat>
  <Paragraphs>46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MS PGothic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</vt:lpstr>
      <vt:lpstr>Introducing AgriConnect</vt:lpstr>
      <vt:lpstr>SOLUTION</vt:lpstr>
      <vt:lpstr>INNOVATION</vt:lpstr>
      <vt:lpstr>IMPACT &amp; FUTURE SCOPE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Jakke Vivek</cp:lastModifiedBy>
  <cp:revision>150</cp:revision>
  <dcterms:created xsi:type="dcterms:W3CDTF">2013-12-12T18:46:00Z</dcterms:created>
  <dcterms:modified xsi:type="dcterms:W3CDTF">2026-08-24T06:37:35Z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65213F4408B643DDA790E6050D1A1189_13</vt:lpwstr>
  </property>
  <property fmtid="{D5CDD505-2E9C-101B-9397-08002B2CF9AE}" pid="3" name="KSOProductBuildVer">
    <vt:lpwstr>1033-12.1.0.28032</vt:lpwstr>
  </property>
</Properties>
</file>